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42AC44-975E-482E-1C31-E6E7E36B8A1F}" v="106" dt="2026-01-29T13:06:54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9E4B3E2-296C-EDF5-72CE-D2816B217B97}"/>
              </a:ext>
            </a:extLst>
          </p:cNvPr>
          <p:cNvSpPr/>
          <p:nvPr/>
        </p:nvSpPr>
        <p:spPr>
          <a:xfrm>
            <a:off x="5487070" y="1632756"/>
            <a:ext cx="1614024" cy="38681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  <a:ea typeface="맑은 고딕"/>
              </a:rPr>
              <a:t>main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DE84C5-3429-4A8C-7E68-5279629C45B8}"/>
              </a:ext>
            </a:extLst>
          </p:cNvPr>
          <p:cNvSpPr/>
          <p:nvPr/>
        </p:nvSpPr>
        <p:spPr>
          <a:xfrm>
            <a:off x="1628841" y="4680755"/>
            <a:ext cx="2240986" cy="82015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  <a:ea typeface="맑은 고딕"/>
              </a:rPr>
              <a:t>Recipe_page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6B393B-F0E6-430A-A4B0-C07E3350D622}"/>
              </a:ext>
            </a:extLst>
          </p:cNvPr>
          <p:cNvSpPr/>
          <p:nvPr/>
        </p:nvSpPr>
        <p:spPr>
          <a:xfrm>
            <a:off x="1628840" y="3185690"/>
            <a:ext cx="2240985" cy="82015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  <a:ea typeface="맑은 고딕"/>
              </a:rPr>
              <a:t>Ingredit_parser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11EB26F-3CDD-C99F-A626-B4881174A18F}"/>
              </a:ext>
            </a:extLst>
          </p:cNvPr>
          <p:cNvSpPr/>
          <p:nvPr/>
        </p:nvSpPr>
        <p:spPr>
          <a:xfrm>
            <a:off x="1628838" y="1632752"/>
            <a:ext cx="2240986" cy="82015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  <a:ea typeface="맑은 고딕"/>
              </a:rPr>
              <a:t>Gemini_service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EA6658-83C2-6395-B8A5-A97D7C49FE4C}"/>
              </a:ext>
            </a:extLst>
          </p:cNvPr>
          <p:cNvSpPr/>
          <p:nvPr/>
        </p:nvSpPr>
        <p:spPr>
          <a:xfrm>
            <a:off x="8988407" y="1632751"/>
            <a:ext cx="2240986" cy="82015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  <a:ea typeface="맑은 고딕"/>
              </a:rPr>
              <a:t>Rank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41287D-58AF-61DF-9D32-C80623D59ECD}"/>
              </a:ext>
            </a:extLst>
          </p:cNvPr>
          <p:cNvSpPr/>
          <p:nvPr/>
        </p:nvSpPr>
        <p:spPr>
          <a:xfrm>
            <a:off x="8988406" y="4680750"/>
            <a:ext cx="2240986" cy="82015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 err="1">
                <a:solidFill>
                  <a:srgbClr val="000000"/>
                </a:solidFill>
                <a:ea typeface="맑은 고딕"/>
              </a:rPr>
              <a:t>Posting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</cp:revision>
  <dcterms:created xsi:type="dcterms:W3CDTF">2026-01-29T13:01:33Z</dcterms:created>
  <dcterms:modified xsi:type="dcterms:W3CDTF">2026-01-29T13:07:05Z</dcterms:modified>
</cp:coreProperties>
</file>